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AWS EC2 Interview Questions &amp; Answers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 AWS DevOps Engineer (3.6 Years Experience)</a:t>
            </a:r>
          </a:p>
          <a:p>
            <a:r>
              <a:t>Instance Types &amp; Purchase Options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Amazon EC2?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EC2 provides scalable virtual servers in AWS where you control CPU, memory, OS, and storage.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Difference between instance type and family?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Instance family defines category (T, C, R), while instance type defines exact size (t3.medium).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General Purpose instances?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Balanced CPU and memory used for web apps, APIs, and small databases.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should T series be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burstable workloads like dev/test or internal tools with variable CPU usage.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 CPU credits in T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CPU credits allow burst performance for short durations when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Compute Optimized instances?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Designed for CPU-intensive workloads like batch jobs and video 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Memory Optimized instances?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when applications require large RAM like databases and caching 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Storage Optimized instances?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 high disk IOPS for big data, logs, and data warehousing.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GPU instances used for?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learning, AI training, and graphics rendering workloads.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On-Demand pricing?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Pay-as-you-go pricing suitable for testing and short-term workloads.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Reserved Instances?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 significant cost savings for long-term stable workloads.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Difference between Standard and Convertible 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offers higher discount, Convertible offers flexibility.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Spot Instances?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unused AWS capacity at very low cost but can be interrupted.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use case for Spot Instances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Batch jobs, CI/CD tasks, and non-critical workloads.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Savings Plans?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Commit to consistent compute usage for flexible cost savings.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you choose EC2 instance type?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CPU, memory, disk, and network utilization metrics.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you optimize EC2 cost?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right-sizing, Auto Scaling, RI, Spot, and monitoring.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happens when EC2 is stopped?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Instance stops, EBS remains, billing stops for compute.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Difference between stop and terminate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Stop preserves instance, terminate deletes it permanently.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you monitor EC2 performance?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CloudWatch metrics like CPU, memory, and disk I/O.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you handle high CPU usage?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Scale up instance or use Auto Scaling.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memory but low CPU indicates?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Memory-bound workload, move to memory optimized instance.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you reduce AWS bill?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cost explorer, right-size instances, and use savings plans.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Auto Scaling?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Automatically adjusts EC2 capacity based on demand.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does ELB help EC2?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Distributes traffic evenly across EC2 instances.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EC2 architecture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Web: t3.medium RI, App: m5.large RI, DB: r5.large RI, Batch: Spot.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common EC2 mistakes?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Over-provisioning, wrong instance type, using On-Demand always.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you resize EC2?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Stop instance, change instance type, restart.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you ensure high availability?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Multi-AZ, Auto Scaling, and Load Balancer.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AMI?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Template containing OS and software to launch EC2.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you secure EC2?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Security Groups, IAM roles, and patching.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instance store?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Temporary storage lost on stop or terminate.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Difference between EBS and Instance 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EBS is persistent, instance store is temporary.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you handle Spot interruption?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checkpointing and Spot interruption notices.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not to use Spot Instances?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Production databases and critical workloads.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causes EC2 billing spike?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Over-provisioning and using On-Demand for long-term workloads.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metrics are important for EC2?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CPUUtilization, MemoryUtilization, Disk I/O, Network I/O.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right-sizing?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Matching instance size with actual workload usage.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Savings Plans help DevOps?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long-term compute cost with flexibility.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you explain EC2 to beginners?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EC2 is a virtual server in the cloud you can scale anytime.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EC2 interview tip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Always answer with real-time examples and cost optimization.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